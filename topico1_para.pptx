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274320"/>
            <a:ext cx="2743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FFFFF">
                    <a:alpha val="9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PORTUGOL  ·  REPETIÇÃO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Repetição com para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sabe quantas vezes repetir — use o para.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linha. Um laço. Você nunca mais vai copiar código 30 vezes.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 DISSO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já sentiram esse problema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3520440" cy="2377440"/>
          </a:xfrm>
          <a:prstGeom prst="roundRect">
            <a:avLst>
              <a:gd name="adj" fmla="val 2692"/>
            </a:avLst>
          </a:prstGeom>
          <a:solidFill>
            <a:srgbClr val="1E20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9424"/>
            <a:ext cx="30632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escreva("Aluno 1: 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processa...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escreva("Aluno 2: 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processa...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28x mais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72768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084832"/>
            <a:ext cx="3520440" cy="2377440"/>
          </a:xfrm>
          <a:prstGeom prst="roundRect">
            <a:avLst>
              <a:gd name="adj" fmla="val 2692"/>
            </a:avLst>
          </a:prstGeom>
          <a:solidFill>
            <a:srgbClr val="1E2044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49424"/>
            <a:ext cx="30632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30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escreva("Aluno ",i,": 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processa...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28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resultado. 5 linhas em vez de 90.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para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1E204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19072"/>
            <a:ext cx="42976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código que repete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502152"/>
            <a:ext cx="347472" cy="347472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controle. Conta automaticamente. Não precisa declarar como var (VisuAlg faz isso).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096512"/>
            <a:ext cx="347472" cy="347472"/>
          </a:xfrm>
          <a:prstGeom prst="ellipse">
            <a:avLst/>
          </a:prstGeom>
          <a:solidFill>
            <a:srgbClr val="1A7F5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inicial — onde começa a contar.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690872"/>
            <a:ext cx="347472" cy="347472"/>
          </a:xfrm>
          <a:prstGeom prst="ellipse">
            <a:avLst/>
          </a:prstGeom>
          <a:solidFill>
            <a:srgbClr val="1A7F5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4709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final — onde para. Pode ser um número fixo ou uma variável.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40680" y="1691640"/>
            <a:ext cx="3154680" cy="3337560"/>
          </a:xfrm>
          <a:prstGeom prst="roundRect">
            <a:avLst>
              <a:gd name="adj" fmla="val 2609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7452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35040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por baixo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669280" y="2304288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começa valendo 1.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bloco interno.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aumenta 1 automaticamente.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i ainda &lt;= n?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sim, repete. Se não, sai.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QUE DESTRAVA TUDO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Acumulador e contador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023360" cy="3246120"/>
          </a:xfrm>
          <a:prstGeom prst="roundRect">
            <a:avLst>
              <a:gd name="adj" fmla="val 253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— soma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05740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21992"/>
            <a:ext cx="31089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nota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escreval(soma / 5)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começa em 0 e acumula a cada volta.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1536192"/>
            <a:ext cx="3840480" cy="3246120"/>
          </a:xfrm>
          <a:prstGeom prst="roundRect">
            <a:avLst>
              <a:gd name="adj" fmla="val 2535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— conta quantos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2057400"/>
            <a:ext cx="338328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221992"/>
            <a:ext cx="29260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 &lt;- 0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(nota &gt;= 7) entao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 &lt;- cont + 1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fimse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escreval(cont)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83480" y="4480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só sobe quando a condição é verdadeira.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· RASTREIE O ACUMULADOR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8, 4, 6. Preencha coluna por coluna antes de rodar.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931920" cy="2468880"/>
          </a:xfrm>
          <a:prstGeom prst="roundRect">
            <a:avLst>
              <a:gd name="adj" fmla="val 2593"/>
            </a:avLst>
          </a:prstGeom>
          <a:solidFill>
            <a:srgbClr val="1E204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39112"/>
            <a:ext cx="3474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 faca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nota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escreval(soma / 3)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74520"/>
          <a:ext cx="3886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(após linha 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 →  escreve 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09160" y="4425696"/>
            <a:ext cx="3886200" cy="512064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/>
        </p:spPr>
      </p:sp>
      <p:sp>
        <p:nvSpPr>
          <p:cNvPr id="10" name="Text 6"/>
          <p:cNvSpPr/>
          <p:nvPr/>
        </p:nvSpPr>
        <p:spPr>
          <a:xfrm>
            <a:off x="4892040" y="442569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as entradas fossem 8, 4, 6, 10? O que muda além da última linha?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· 10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 e média de N notas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3200400"/>
          </a:xfrm>
          <a:prstGeom prst="roundRect">
            <a:avLst>
              <a:gd name="adj" fmla="val 2571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quantos alunos serão digitados (N).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N notas usando um para.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 mostre a soma e a média.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374904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é lido pelo usuário — não é fixo no código. Usem uma variável.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40680" y="1664208"/>
            <a:ext cx="3154680" cy="2907792"/>
          </a:xfrm>
          <a:prstGeom prst="roundRect">
            <a:avLst>
              <a:gd name="adj" fmla="val 2830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470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esperada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22860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Declare: n, i, nota, soma (todos que tipo?)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n antes do loop.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&lt;- 0 antes do loop.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n faca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média depois do loop.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15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Tabuada de um número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3063240"/>
          </a:xfrm>
          <a:prstGeom prst="roundRect">
            <a:avLst>
              <a:gd name="adj" fmla="val 268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um número inteiro.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tabuada desse número de 1 a 10.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7 x 1 = 7  /  7 x 2 = 14  / ...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Extensão: mostre também quantos resultados são maiores que 50.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1664208"/>
            <a:ext cx="3154680" cy="2880360"/>
          </a:xfrm>
          <a:prstGeom prst="roundRect">
            <a:avLst>
              <a:gd name="adj" fmla="val 2857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esperada (n=7)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0" y="2212848"/>
            <a:ext cx="2743200" cy="2121408"/>
          </a:xfrm>
          <a:prstGeom prst="roundRect">
            <a:avLst>
              <a:gd name="adj" fmla="val 3017"/>
            </a:avLst>
          </a:prstGeom>
          <a:solidFill>
            <a:srgbClr val="1E2044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2377440"/>
            <a:ext cx="22860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1 = 7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2 = 14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3 = 21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10 = 70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20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Turma completa: média, aprovados e maior nota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3200400"/>
          </a:xfrm>
          <a:prstGeom prst="roundRect">
            <a:avLst>
              <a:gd name="adj" fmla="val 2571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N notas de uma turma.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 mostre a média da turma.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quantos alunos foram aprovados (nota &gt;= 7).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qual foi a maior nota.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único loop.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1664208"/>
            <a:ext cx="3154680" cy="3063240"/>
          </a:xfrm>
          <a:prstGeom prst="roundRect">
            <a:avLst>
              <a:gd name="adj" fmla="val 268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470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Dica: maior nota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0" y="2267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Declare: maior &lt;- 0 antes do loop.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loop: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0" y="3063240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1E2044"/>
          </a:solidFill>
          <a:ln/>
        </p:spPr>
      </p:sp>
      <p:sp>
        <p:nvSpPr>
          <p:cNvPr id="13" name="Text 9"/>
          <p:cNvSpPr/>
          <p:nvPr/>
        </p:nvSpPr>
        <p:spPr>
          <a:xfrm>
            <a:off x="5897880" y="3227832"/>
            <a:ext cx="2286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(nota &gt; maior) entao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maior &lt;- nota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6928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variáveis acumulando ao mesmo tempo: soma, cont, maior.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 · CONFIRAM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— Exercício 3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N=4. Entradas: 8, 5, 9, 6. Preencha cada coluna a cada iteração.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583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777240"/>
                <a:gridCol w="109728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965960"/>
            <a:ext cx="1234440" cy="3063240"/>
          </a:xfrm>
          <a:prstGeom prst="roundRect">
            <a:avLst>
              <a:gd name="adj" fmla="val 5185"/>
            </a:avLst>
          </a:prstGeom>
          <a:solidFill>
            <a:srgbClr val="E8F5EE"/>
          </a:solidFill>
          <a:ln/>
        </p:spPr>
      </p:sp>
      <p:sp>
        <p:nvSpPr>
          <p:cNvPr id="8" name="Text 4"/>
          <p:cNvSpPr/>
          <p:nvPr/>
        </p:nvSpPr>
        <p:spPr>
          <a:xfrm>
            <a:off x="7406640" y="214884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soma/4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06640" y="324612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?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406640" y="400507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e se você não souber quantas vezes repetir? → enquanto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Repetição com para</dc:title>
  <dc:subject>PptxGenJS Presentation</dc:subject>
  <dc:creator>Lucas</dc:creator>
  <cp:lastModifiedBy>Lucas</cp:lastModifiedBy>
  <cp:revision>1</cp:revision>
  <dcterms:created xsi:type="dcterms:W3CDTF">2026-06-22T20:10:43Z</dcterms:created>
  <dcterms:modified xsi:type="dcterms:W3CDTF">2026-06-22T20:10:43Z</dcterms:modified>
</cp:coreProperties>
</file>